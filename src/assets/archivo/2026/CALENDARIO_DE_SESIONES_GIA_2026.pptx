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267" r:id="rId2"/>
  </p:sldIdLst>
  <p:sldSz cx="6858000" cy="9144000" type="letter"/>
  <p:notesSz cx="7010400" cy="9296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2E"/>
    <a:srgbClr val="C40041"/>
    <a:srgbClr val="A400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4374" autoAdjust="0"/>
  </p:normalViewPr>
  <p:slideViewPr>
    <p:cSldViewPr>
      <p:cViewPr varScale="1">
        <p:scale>
          <a:sx n="87" d="100"/>
          <a:sy n="87" d="100"/>
        </p:scale>
        <p:origin x="3624" y="10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2" y="6"/>
            <a:ext cx="3037841" cy="464821"/>
          </a:xfrm>
          <a:prstGeom prst="rect">
            <a:avLst/>
          </a:prstGeom>
        </p:spPr>
        <p:txBody>
          <a:bodyPr vert="horz" lIns="93289" tIns="46645" rIns="93289" bIns="46645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70942" y="6"/>
            <a:ext cx="3037841" cy="464821"/>
          </a:xfrm>
          <a:prstGeom prst="rect">
            <a:avLst/>
          </a:prstGeom>
        </p:spPr>
        <p:txBody>
          <a:bodyPr vert="horz" lIns="93289" tIns="46645" rIns="93289" bIns="46645" rtlCol="0"/>
          <a:lstStyle>
            <a:lvl1pPr algn="r">
              <a:defRPr sz="1200"/>
            </a:lvl1pPr>
          </a:lstStyle>
          <a:p>
            <a:fld id="{B5D5D36C-0595-4E76-9689-CCA37E663683}" type="datetimeFigureOut">
              <a:rPr lang="es-MX" smtClean="0"/>
              <a:t>21/01/2026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197100" y="696913"/>
            <a:ext cx="2616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9" tIns="46645" rIns="93289" bIns="46645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1041" y="4415791"/>
            <a:ext cx="5608320" cy="4183380"/>
          </a:xfrm>
          <a:prstGeom prst="rect">
            <a:avLst/>
          </a:prstGeom>
        </p:spPr>
        <p:txBody>
          <a:bodyPr vert="horz" lIns="93289" tIns="46645" rIns="93289" bIns="46645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2" y="8829971"/>
            <a:ext cx="3037841" cy="464821"/>
          </a:xfrm>
          <a:prstGeom prst="rect">
            <a:avLst/>
          </a:prstGeom>
        </p:spPr>
        <p:txBody>
          <a:bodyPr vert="horz" lIns="93289" tIns="46645" rIns="93289" bIns="46645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70942" y="8829971"/>
            <a:ext cx="3037841" cy="464821"/>
          </a:xfrm>
          <a:prstGeom prst="rect">
            <a:avLst/>
          </a:prstGeom>
        </p:spPr>
        <p:txBody>
          <a:bodyPr vert="horz" lIns="93289" tIns="46645" rIns="93289" bIns="46645" rtlCol="0" anchor="b"/>
          <a:lstStyle>
            <a:lvl1pPr algn="r">
              <a:defRPr sz="1200"/>
            </a:lvl1pPr>
          </a:lstStyle>
          <a:p>
            <a:fld id="{627A7D48-642E-42EF-B2F7-F52699827486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2894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700A-F89E-4C3A-9A8A-86B3D98E77BB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21/01/2026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0848-FC5C-484D-84FE-8F519778F510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011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700A-F89E-4C3A-9A8A-86B3D98E77BB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21/01/2026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0848-FC5C-484D-84FE-8F519778F510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429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700A-F89E-4C3A-9A8A-86B3D98E77BB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21/01/2026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0848-FC5C-484D-84FE-8F519778F510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169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700A-F89E-4C3A-9A8A-86B3D98E77BB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21/01/2026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0848-FC5C-484D-84FE-8F519778F510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112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700A-F89E-4C3A-9A8A-86B3D98E77BB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21/01/2026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0848-FC5C-484D-84FE-8F519778F510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95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700A-F89E-4C3A-9A8A-86B3D98E77BB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21/01/2026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0848-FC5C-484D-84FE-8F519778F510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562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700A-F89E-4C3A-9A8A-86B3D98E77BB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21/01/2026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0848-FC5C-484D-84FE-8F519778F510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055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700A-F89E-4C3A-9A8A-86B3D98E77BB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21/01/2026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0848-FC5C-484D-84FE-8F519778F510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287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700A-F89E-4C3A-9A8A-86B3D98E77BB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21/01/2026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0848-FC5C-484D-84FE-8F519778F510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39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700A-F89E-4C3A-9A8A-86B3D98E77BB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21/01/2026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0848-FC5C-484D-84FE-8F519778F510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023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D700A-F89E-4C3A-9A8A-86B3D98E77BB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21/01/2026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80848-FC5C-484D-84FE-8F519778F510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46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D700A-F89E-4C3A-9A8A-86B3D98E77BB}" type="datetimeFigureOut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21/01/2026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80848-FC5C-484D-84FE-8F519778F510}" type="slidenum">
              <a:rPr lang="es-MX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MX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15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C2891064-9D81-4E5F-A10E-5AE9E8BDBE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648" y="0"/>
            <a:ext cx="6903296" cy="9180512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659096A-7B09-4DB9-A1F0-7913914EA393}"/>
              </a:ext>
            </a:extLst>
          </p:cNvPr>
          <p:cNvSpPr/>
          <p:nvPr/>
        </p:nvSpPr>
        <p:spPr>
          <a:xfrm>
            <a:off x="1556792" y="1835696"/>
            <a:ext cx="482453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000000"/>
                </a:solidFill>
                <a:latin typeface="Arial" panose="020B0604020202020204" pitchFamily="34" charset="0"/>
              </a:rPr>
              <a:t>Propuesta del Calendario de Sesiones Ordinarias del Grupo Interdisciplinario para el Ejercicio Fiscal 2026.</a:t>
            </a:r>
            <a:r>
              <a:rPr lang="es-MX" sz="2000" dirty="0"/>
              <a:t> </a:t>
            </a:r>
            <a:br>
              <a:rPr lang="es-MX" sz="2000" dirty="0"/>
            </a:br>
            <a:endParaRPr lang="es-MX" sz="2000" dirty="0"/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460790"/>
              </p:ext>
            </p:extLst>
          </p:nvPr>
        </p:nvGraphicFramePr>
        <p:xfrm>
          <a:off x="1556792" y="3599448"/>
          <a:ext cx="5112567" cy="23257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7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3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632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SESIÓN</a:t>
                      </a:r>
                    </a:p>
                  </a:txBody>
                  <a:tcPr>
                    <a:solidFill>
                      <a:srgbClr val="8A0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FECHA</a:t>
                      </a:r>
                    </a:p>
                  </a:txBody>
                  <a:tcPr>
                    <a:solidFill>
                      <a:srgbClr val="8A0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HORA</a:t>
                      </a:r>
                    </a:p>
                  </a:txBody>
                  <a:tcPr>
                    <a:solidFill>
                      <a:srgbClr val="8A00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LUGAR</a:t>
                      </a:r>
                    </a:p>
                  </a:txBody>
                  <a:tcPr>
                    <a:solidFill>
                      <a:srgbClr val="8A0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72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PRIMERA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 </a:t>
                      </a:r>
                      <a:r>
                        <a:rPr lang="es-MX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 abril de 202</a:t>
                      </a:r>
                      <a:r>
                        <a:rPr lang="es-ES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10:00 A.M.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Sala de Junta ITSE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72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SEGUNDA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09 </a:t>
                      </a:r>
                      <a:r>
                        <a:rPr lang="es-MX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julio de 202</a:t>
                      </a:r>
                      <a:r>
                        <a:rPr lang="es-ES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10:00 A.M.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3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Sala de Junta ITSE</a:t>
                      </a:r>
                      <a:endParaRPr kumimoji="0" lang="es-MX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72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TERCERA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08</a:t>
                      </a:r>
                      <a:r>
                        <a:rPr lang="es-MX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octubre de 202</a:t>
                      </a:r>
                      <a:r>
                        <a:rPr lang="es-ES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10:00 A.M.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3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Sala de Junta ITSE</a:t>
                      </a:r>
                      <a:endParaRPr kumimoji="0" lang="es-MX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720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CUARTA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r>
                        <a:rPr lang="es-MX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 enero de 202</a:t>
                      </a:r>
                      <a:r>
                        <a:rPr lang="es-ES" sz="135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10:00 A.M.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MX" sz="13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Sala de Junta ITSE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81370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21238</TotalTime>
  <Words>84</Words>
  <Application>Microsoft Office PowerPoint</Application>
  <PresentationFormat>Carta (216 x 279 mm)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1_Tema de Office</vt:lpstr>
      <vt:lpstr>Presentación de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PCJUNE</dc:creator>
  <cp:lastModifiedBy>PCLAP</cp:lastModifiedBy>
  <cp:revision>271</cp:revision>
  <cp:lastPrinted>2026-01-20T20:32:05Z</cp:lastPrinted>
  <dcterms:created xsi:type="dcterms:W3CDTF">2016-02-24T18:49:00Z</dcterms:created>
  <dcterms:modified xsi:type="dcterms:W3CDTF">2026-01-21T18:34:35Z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2058-11.2.0.8684</vt:lpwstr>
  </property>
</Properties>
</file>